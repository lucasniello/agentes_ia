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lab "Use Azure Speech in an agent" da trilha AI-103. Ideia central: dar a um agente de IA a capacidade de falar e ouvir sem programar Speech no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o MCP: é um protocolo padrão. O mesmo agente poderia receber outras ferramentas sem mudar o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fluxo da esquerda para a direita. Ponto de prova AI-103: o agente chama o Speech via MCP; o client não chama o SDK de Speech diretamente.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SAS = Shared Access Signature: acesso temporário e limitado ao container, sem entregar a chave da conta. O MCP usa essa URL para gravar os áudios gerados.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removi a Pesquisa na Web: com duas ferramentas o agente pode escolher a errada, e o Bing tem custo à parte. Toda alteração só vale depois de salvar (nova versão do agente).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os 4 marcadores: imports, cliente do projeto, cliente OpenAI e chamada ao agente. O .env tem só o endpoint e o nome do agente, sem segredos.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assinatura do SAS está borrada no print de propósito: a URL completa dá acesso de escrita ao container até expirar.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o entregável do lab é o client de terminal. A interface foi uma iniciativa minha para 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que mostra entendimento real. Falar principalmente do SAS: o sintoma engana, porque a transcrição continua funcionando e só a geração de áudio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ideia de desacoplamento: o client não sabe nada de Speech. Encerrar direto na frase final, sem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8540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Speech em um agente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+ Azure Speech MCP Server + client Python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Terminiello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Sistemas · SENAI Limeira · Preparação AI-103 · 25/09/2026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e conceitos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que sintetiza e transcreve fala usando uma ferramenta externa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lab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o Azure Speech a um agente do Foundry via MCP e chamar esse agente a partir de um app Python.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 não usa o SDK de Speech: ele só conversa com o agente.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13258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15087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792" y="16276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8056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(gpt-5) + instruções + ferramentas. Decide sozinho quando usar cada ferramenta.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3258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5087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6276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4088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externa que o agente pode chamar: aqui, fala.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49040" y="301752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931920" y="32004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331927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8056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393192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Protocol: um "padrão de tomada" entre agentes e ferramentas.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09360" y="301752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92240" y="32004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331927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4088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Speech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49224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(fala → texto) e TTS (texto → fala), exposto como servidor MCP.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 · Azure Speech em um agente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o trabalho de fala é o agente, não o client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37360"/>
            <a:ext cx="585216" cy="5852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268" y="1889516"/>
            <a:ext cx="280904" cy="280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" y="242316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Python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278892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speech-client.py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DefaultAzureCredential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947672" y="2468880"/>
            <a:ext cx="173736" cy="201168"/>
          </a:xfrm>
          <a:prstGeom prst="rightArrow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8840" y="155448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87752" y="1737360"/>
            <a:ext cx="585216" cy="5852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908" y="1889516"/>
            <a:ext cx="280904" cy="2809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21992" y="242316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Foundry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221992" y="278892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AIProjectClient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API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39312" y="2468880"/>
            <a:ext cx="173736" cy="201168"/>
          </a:xfrm>
          <a:prstGeom prst="rightArrow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840480" y="155448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79392" y="1737360"/>
            <a:ext cx="585216" cy="5852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548" y="1889516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13632" y="242316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speech-agent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913632" y="278892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+ instruções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a ferramenta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330952" y="2468880"/>
            <a:ext cx="173736" cy="201168"/>
          </a:xfrm>
          <a:prstGeom prst="rightArrow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532120" y="155448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71032" y="1737360"/>
            <a:ext cx="585216" cy="5852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188" y="1889516"/>
            <a:ext cx="280904" cy="28090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05272" y="242316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MCP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605272" y="278892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e STT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recurso Foundry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022592" y="2468880"/>
            <a:ext cx="173736" cy="201168"/>
          </a:xfrm>
          <a:prstGeom prst="rightArrow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223760" y="155448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662672" y="1737360"/>
            <a:ext cx="585216" cy="5852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828" y="1889516"/>
            <a:ext cx="280904" cy="28090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96912" y="242316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Blob Storage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7296912" y="278892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files/tts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via SAS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DE7FB"/>
          </a:solidFill>
          <a:ln w="12700">
            <a:solidFill>
              <a:srgbClr val="EDE7FB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da arquitetura: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 envia só o prompt com agent_reference. A resposta volta com o texto transcrito ou o link do .mp3 gravado no Storage.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 · Azure Speech em um agente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no Azure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rg-ai103 · assinatura Azure for Students · East US 2</a:t>
            </a:r>
            <a:endParaRPr lang="en-US" sz="1400" dirty="0"/>
          </a:p>
        </p:txBody>
      </p:sp>
      <p:pic>
        <p:nvPicPr>
          <p:cNvPr id="4" name="Image 0" descr="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8229600" cy="9286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2697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992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 Foundry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474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ai103-speech-lucas-resource: hospeda modelos e o Speech.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46120" y="2697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29000" y="2880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9992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7764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Foundry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429000" y="3474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ai103-speech-lucas: agente, conexões e endpoint do projeto.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035040" y="2697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17920" y="2880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99923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6656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+ SAS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217920" y="3474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files. SAS com permissões racwl, validade de 1 dia, nível de container.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 · Azure Speech em um agente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no Foundry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speech-agent configurado e testado no playground</a:t>
            </a:r>
            <a:endParaRPr lang="en-US" sz="1400" dirty="0"/>
          </a:p>
        </p:txBody>
      </p:sp>
      <p:pic>
        <p:nvPicPr>
          <p:cNvPr id="4" name="Image 0" descr="p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566160" cy="320226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5" name="Image 1" descr="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80160"/>
            <a:ext cx="2377440" cy="92186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297680" y="233172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(Padrão Global)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Azure AI Speech para transcrever e gerar fala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Azure Speech MCP Server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para as ferramentas do MCP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 · Azure Speech em um agente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Python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trechos inseridos nos marcadores do lab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azure.identity import DefaultAzureCredential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azure.ai.projects import AIProjectClient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project_client = AIProjectClient(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endpoint=foundry_endpoint,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credential=DefaultAzureCredential())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openai_client = project_client.get_openai_client()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openai_client.responses.create(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input=[{"role": "user", "content": prompt}],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extra_body={"agent_reference":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agent_name, "type": "agent_reference"}})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print(f"{agent_name}: {response.output_text}")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0" y="13258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1032" y="144475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4652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chaves no código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16184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DefaultAzureCredential usa o login do az login.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52160" y="24688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5877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4652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do projeto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7614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valor de configuração, no .env, junto do nome do agente.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852160" y="36118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373075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4652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agent_reference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39044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para o agente pelo nome. O Speech fica do lado do agente.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 · Azure Speech em um agente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testes do lab rodando no terminal</a:t>
            </a:r>
            <a:endParaRPr lang="en-US" sz="1400" dirty="0"/>
          </a:p>
        </p:txBody>
      </p:sp>
      <p:pic>
        <p:nvPicPr>
          <p:cNvPr id="4" name="Image 0" descr="te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129225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27889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3017520"/>
            <a:ext cx="548640" cy="5486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" y="31601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(TTS)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en-GB-SoniaNeural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794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.mp3 gravado em files/tts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663440" y="27889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6F4FB"/>
          </a:solidFill>
          <a:ln w="12700">
            <a:solidFill>
              <a:srgbClr val="F6F4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92040" y="3017520"/>
            <a:ext cx="548640" cy="5486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686" y="316016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2356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Transcrição (STT)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62356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speech_2.wav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3794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"Brevity is the soul of wit."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 · Azure Speech em um agente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 além: interface web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minha, fora do roteiro do lab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agente, mesma chamada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usa o mesmo responses.create com agent_reference do client de terminal. É só outra camada visual.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acrescenta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para ouvir o áudio gerado e o .wav de entrada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com os dois prompts de teste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mais clara que o terminal</a:t>
            </a:r>
            <a:endParaRPr lang="en-US" sz="1600" dirty="0"/>
          </a:p>
        </p:txBody>
      </p:sp>
      <p:pic>
        <p:nvPicPr>
          <p:cNvPr id="5" name="Image 0" descr="w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7171" y="1234440"/>
            <a:ext cx="3769629" cy="3429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 · Azure Speech em um agente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e aprendizados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deu errado no caminho e como resolvi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280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 vencido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5819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SAS da primeira tentativa expirou. Diagnóstico pelos parâmetros st e se da URL; gerei outro e atualizei a conexão MCP.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44144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572207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 a mais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2697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na Web estava ligada ao agente. Removi para ele não escolher a ferramenta errada.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557016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687775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3511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do agente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097280" y="381304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só valem depois de Salvar. Sem isso, o client continua usando a versão anterior.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13258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199" y="145663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1280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303520" y="15819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speech_1.wav é bloqueado pelo filtro de conteúdo; o lab orienta usar o speech_2.wav.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663440" y="244144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199" y="2572207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0352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Segredos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5303520" y="2697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e SAS não vão para prints, chat nem código. O client autentica pelo az login.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AI-103 · Azure Speech em um agente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6294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desacopla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ou somar ferramentas não muda o client.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91840" y="14630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261" y="16294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918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agente decide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escolhe quando chamar o Speech, a partir do prompt.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35040" y="14630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461" y="162946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350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Relevante para a AI-103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com ferramentas no Foundry são tema da prova.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agente que fala e ouve, sem uma linha de Speech no client.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Speech em um agente</dc:title>
  <dc:subject>PptxGenJS Presentation</dc:subject>
  <dc:creator>Lucas Terminiello</dc:creator>
  <cp:lastModifiedBy>Lucas Terminiello</cp:lastModifiedBy>
  <cp:revision>1</cp:revision>
  <dcterms:created xsi:type="dcterms:W3CDTF">2026-09-25T18:48:18Z</dcterms:created>
  <dcterms:modified xsi:type="dcterms:W3CDTF">2026-09-25T18:48:18Z</dcterms:modified>
</cp:coreProperties>
</file>